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371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73152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 Study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9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to Edit: </a:t>
            </a:r>
            <a:pPr algn="ctr" indent="0" marL="0">
              <a:buNone/>
            </a:pPr>
            <a:r>
              <a:rPr lang="en-US" sz="2000" i="1" dirty="0">
                <a:solidFill>
                  <a:srgbClr val="A9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Aligning LLMs with Knowledge Editing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200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Marvin Osei-Kuffour  &amp;  Tajaddin Gafarov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5335 / CIS 4930: Introduction to Large Language Models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 Florida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Jiang et al. (ACL 2024)  |  github.com/YJiangcm/LTE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Knowledge Editing?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absorb knowledge during pre-training, but facts go stale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from scratch is computationally prohibitive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editing methods force memorization, not understanding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 edited knowledge generalizes to related queries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2A9D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 Solution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"Teach a model to fish" — train LLMs to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edits, not memorize them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alignment training, then unlimited edits at inference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edit success with +21pt portability over SOTA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 updates needed at inference time</a:t>
            </a:r>
            <a:endParaRPr lang="en-US" sz="1300" dirty="0"/>
          </a:p>
        </p:txBody>
      </p:sp>
      <p:pic>
        <p:nvPicPr>
          <p:cNvPr id="15" name="Image 2" descr="G:\PPD\image (2)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0" y="4663440"/>
            <a:ext cx="20116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9768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from Jiang et al. (2024)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LTE Framework: Two-Phase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Alignment (One-Time)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curated parallel dataset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format: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[Updated Information]{edit}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[Query]{question}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3 capabilities: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In-scope: use edited facts correctly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Out-of-scope: preserve unrelated knowledge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Linguistic: maintain fluency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228600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54880" y="123444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234440"/>
            <a:ext cx="393192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Inference (Real-Time)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0" y="18288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training needed!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mechanism pulls relevant edit from memory bank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real-time batch &amp; sequential editing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 updates at inference time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unlimited new edits</a:t>
            </a:r>
            <a:endParaRPr lang="en-US" sz="1200" dirty="0"/>
          </a:p>
        </p:txBody>
      </p:sp>
      <p:pic>
        <p:nvPicPr>
          <p:cNvPr id="14" name="Image 1" descr="G:\PPD\image (1)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4023360"/>
            <a:ext cx="768096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LLMS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4630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LTE-LoRA (main)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 (baseline)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(baseline)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23444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7492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ZsRE (1,304 test examples)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WikiDatacounterfact (885 test)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77240" y="3429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LLaMA-2-Chat-7B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QLoRA quantization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HuggingFace (NousResearch)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92608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632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074920" y="3429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Success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down from full 2-model x 4-benchmark table for a rigorous partial reproduction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ZsRE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WikiData_cf via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EasyEdit / KnowEdit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54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5603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LTE-LoRA 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A100 (QLoRA)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SFTTrainer + PEFT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603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ICE + ROME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EasyEdit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training needed)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13716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1554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5603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metrics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gap analysis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EasyEdit  |  HuggingFace Transformers + PEFT  |  TRL (SFTTrainer)  |  bitsandbytes  |  Google Colab A100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Partial Table 1 Reproduction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LLaMA-2-Chat-7B  |  Single Editing  |  ZsRE &amp; WikiDatacounterfact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  <a:gridCol w="1371600"/>
                <a:gridCol w="128016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Succ.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Locality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LTE-LoRA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WikiData_cf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WikiData_cf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LTE-LoRA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WikiData_cf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7083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4251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LTE-LoRA achieves 99.9% edit success and +21pt portability improvement over prior SOTA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the original paper (Jiang et al., 2024, Table 1). Green = best in column.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Reproducibility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13258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Limitations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GPU: RTX 5060 (8 GB VRAM)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LTE needs ~14 GB → used QLoRA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quantization for A100 training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" cy="13258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Python 3.12 + transformers v5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with original FastChat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8 patches to training script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73152" cy="13258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Issues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154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FastChat preprocessor produced loss=0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TRL SFTTrainer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flash-attn failed to compile on Colab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43200"/>
            <a:ext cx="73152" cy="13258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4 datasets (ZsRE, WikiData_cf)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 backbones (LLaMA-2 only)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 methods (LTE-LoRA, ROME, ICE)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7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code does not run out-of-the-box with current library versions — a real reproducibility finding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 LLaMA-3-8B Backbone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1737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LTE-LoRA to Meta-LLaMA-3-8B-Instruct — a newer model with a different tokenizer, pre-training corpus, and stronger instruction-following. Tests whether LTE generalizes across model generations.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423160"/>
            <a:ext cx="73152" cy="1371600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926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Success: comparable or better (stronger base model)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Locality: may differ (different internal knowledge distribution)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54880" y="2423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2423160"/>
            <a:ext cx="73152" cy="1371600"/>
          </a:xfrm>
          <a:prstGeom prst="rect">
            <a:avLst/>
          </a:prstGeom>
          <a:solidFill>
            <a:srgbClr val="2A9D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5603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29200" y="2926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Inference-only evaluation (no re-training)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backbone, reuse existing LTE-LoRA checkpoint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reproduction overruns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Computational Resources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GPU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5060 Laptop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8.15 GB VRAM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 architecture, CUDA 12.9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+ debugging + small eval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Pro (A100 40GB)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alignment training + evaluation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AWS student credit budget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hour training time estimate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23444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18288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Authors' LTE codebase (GitHub)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EasyEdit for baselines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 + PEFT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(4-bit quantization)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cloud cost well within $100 budget  |  All code publicly available at github.com/YJiangcm/LTE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430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LTE (ACL 2024) — a framework that teaches LLMs how to apply knowledge edits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691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LTE-LoRA + 2 baselines (ROME, ICE) on 2 datasets (ZsRE, WikiDatacounterfact)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317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4480" y="2286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LTE-LoRA achieves 99.9% edit success with +21pt portability gain over prior SOTA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92608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54480" y="2880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testing generalization to LLaMA-3-8B-Instruct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52044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54480" y="3474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original code requires significant patches for current library versions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2743200" y="4114800"/>
            <a:ext cx="365760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2800" dirty="0"/>
          </a:p>
        </p:txBody>
      </p:sp>
      <p:sp>
        <p:nvSpPr>
          <p:cNvPr id="16" name="Text 9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Jiang et al. (2024) ACL  |  Wang et al. (2024) EasyEdit  |  github.com/YJiangcm/LTE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Reproducibility Study: Learning to Edit</dc:title>
  <dc:subject>PptxGenJS Presentation</dc:subject>
  <dc:creator>Tajaddin Gafarov &amp; Marvin Osei-Kuffour</dc:creator>
  <cp:lastModifiedBy>Tajaddin Gafarov &amp; Marvin Osei-Kuffour</cp:lastModifiedBy>
  <cp:revision>1</cp:revision>
  <dcterms:created xsi:type="dcterms:W3CDTF">2026-04-07T05:18:17Z</dcterms:created>
  <dcterms:modified xsi:type="dcterms:W3CDTF">2026-04-07T05:18:17Z</dcterms:modified>
</cp:coreProperties>
</file>