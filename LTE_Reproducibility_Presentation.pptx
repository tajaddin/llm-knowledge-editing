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Study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to Edit: Aligning LLMs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Knowledge Editing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Marvin Osei-Kuffour  &amp;  Tajaddin Gafarov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5335 / CIS 4930: Introduction to Large Language Models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South Florida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617720"/>
            <a:ext cx="7680960" cy="914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Jiang et al. (ACL 2024)  |  github.com/YJiangcm/LTE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Knowledge Editing?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73152" cy="3291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absorb knowledge during pre-training, but facts go stale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from scratch is computationally prohibitive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editing methods force memorization, not understanding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80160"/>
            <a:ext cx="73152" cy="3291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 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20640" y="20116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"Teach a man to fish" — train LLMs to apply edits, not memorize them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alignment training, then unlimited edits at inference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edit success with +21 portability over SOTA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LTE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Alignment (One-Time)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curated parallel dataset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format: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[Updated Information]{edit}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[Query]{question}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3 capabilities: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In-scope: use edited facts correctly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Out-of-scope: preserve unrelated knowledge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Linguistic: maintain fluency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Inference (Real-Time)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training needed!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mechanism pulls relevant edit from memory bank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real-time batch &amp; sequential editing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parameter updates at inference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unlimited new edits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Reproduction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LTE-LoRA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 (baseline)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(baseline)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ZsRE (1,304 test)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WikiDatacounterfact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(885 test)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01752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520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LLaMA-2-Chat-7B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(4-bit QLoRA)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HuggingFace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017520"/>
            <a:ext cx="73152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Success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Reproduction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ZsRE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WikiData_cf via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EasyEdit/KnowEdit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25603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474720" y="1280160"/>
            <a:ext cx="548640" cy="54864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34640" y="201168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7180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71800" y="25603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LTE-LoRA 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A100 (QLoRA)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epochs, lr=3e-4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5603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577840" y="12801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37760" y="201168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7492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74920" y="25603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ICE + ROME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EasyEdit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training)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5603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7680960" y="12801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40880" y="201168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7804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78040" y="25603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metrics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gap 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EasyEdit  |  HuggingFace Transformers + PEFT  |  bitsandbytes (4-bit)  |  Google Colab A100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Partial Table 1 Reproduction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LLaMA-2-Chat-7B  |  Single Editing  |  ZsRE &amp; WikiDatacounterfact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188720"/>
                <a:gridCol w="1188720"/>
                <a:gridCol w="118872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Succ.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Locality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535.3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LTE-LoRA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WikiData_cf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539.5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WikiData_cf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LTE-LoRA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WikiData_cf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the original paper (Jiang et al., 2024, Table 1). Green = best in column.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438912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43891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LTE-LoRA achieves 99.9% edit success and +21pt portability improvement over prior SOTA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Constraints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Limitations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GPU: RTX 5060 (8.15 GB VRAM)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LTE needs ~14 GB — used QLoRA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quantization for local dev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Conflicts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Python 3.12 + PyTorch 2.10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 with original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 transformers imports + flash_attn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017520"/>
            <a:ext cx="73152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Budget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520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Colab A100 (40 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AWS credit budget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at batch_size=8, reduced to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01752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Decisions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4 datasets (ZsRE, WikiData_cf)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 backbones (LLaMA-2 only)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7 methods (LTE-LoRA, ROME, ICE)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 LLaMA-3-8B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LTE-LoRA to Meta-LLaMA-3-8B-Instruct — a newer model with a different tokenizer, pre-training corpus, and stronger instruction-following. Tests whether LTE generalizes across model generations.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74320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Success: comparable or better (stronger base model)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Locality: may differ (different internal knowledge distribution)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743200"/>
            <a:ext cx="73152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Inference-only evaluation (no re-training)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backbone, reuse existing LTE-LoRA checkpoint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if reproduction overruns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LTE (ACL 2024) — a framework that teaches LLMs how to apply knowledge edits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LTE-LoRA + 2 baselines (ROME, ICE) on 2 datasets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LTE-LoRA achieves 99.9% edit success with +21pt portability gain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testing generalization to LLaMA-3-8B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via EasyEdit toolkit, reproducible on Colab A100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7680960" cy="914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Jiang et al. (2024) ACL  |  Wang et al. (2024) EasyEdit  |  github.com/YJiangcm/LTE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Reproducibility: Learning to Edit — Aligning LLMs with Knowledge Editing</dc:title>
  <dc:subject>PptxGenJS Presentation</dc:subject>
  <dc:creator>Marvin Osei-Kuffour &amp; Tajaddin Gafarov</dc:creator>
  <cp:lastModifiedBy>Marvin Osei-Kuffour &amp; Tajaddin Gafarov</cp:lastModifiedBy>
  <cp:revision>1</cp:revision>
  <dcterms:created xsi:type="dcterms:W3CDTF">2026-04-07T00:24:58Z</dcterms:created>
  <dcterms:modified xsi:type="dcterms:W3CDTF">2026-04-07T00:24:58Z</dcterms:modified>
</cp:coreProperties>
</file>